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256" y="11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1:58.779"/>
    </inkml:context>
    <inkml:brush xml:id="br0">
      <inkml:brushProperty name="width" value="0.025" units="cm"/>
      <inkml:brushProperty name="height" value="0.025" units="cm"/>
      <inkml:brushProperty name="color" value="#849398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2:12.153"/>
    </inkml:context>
    <inkml:brush xml:id="br0">
      <inkml:brushProperty name="width" value="0.025" units="cm"/>
      <inkml:brushProperty name="height" value="0.025" units="cm"/>
      <inkml:brushProperty name="color" value="#849398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2:13.151"/>
    </inkml:context>
    <inkml:brush xml:id="br0">
      <inkml:brushProperty name="width" value="0.025" units="cm"/>
      <inkml:brushProperty name="height" value="0.025" units="cm"/>
      <inkml:brushProperty name="color" value="#849398"/>
      <inkml:brushProperty name="ignorePressure" value="1"/>
    </inkml:brush>
  </inkml:definitions>
  <inkml:trace contextRef="#ctx0" brushRef="#br0">0 3</inkml:trace>
  <inkml:trace contextRef="#ctx0" brushRef="#br0" timeOffset="3599.91">0 3,'1'0,"2"0,1 0,0-1,0-1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2:24.445"/>
    </inkml:context>
    <inkml:brush xml:id="br0">
      <inkml:brushProperty name="width" value="0.025" units="cm"/>
      <inkml:brushProperty name="height" value="0.025" units="cm"/>
      <inkml:brushProperty name="color" value="#FFFFFF"/>
      <inkml:brushProperty name="ignorePressure" value="1"/>
    </inkml:brush>
  </inkml:definitions>
  <inkml:trace contextRef="#ctx0" brushRef="#br0">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2:29.874"/>
    </inkml:context>
    <inkml:brush xml:id="br0">
      <inkml:brushProperty name="width" value="0.025" units="cm"/>
      <inkml:brushProperty name="height" value="0.025" units="cm"/>
      <inkml:brushProperty name="color" value="#FFFFFF"/>
      <inkml:brushProperty name="ignorePressure" value="1"/>
    </inkml:brush>
  </inkml:definitions>
  <inkml:trace contextRef="#ctx0" brushRef="#br0">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8-10-29T02:52:26.744"/>
    </inkml:context>
    <inkml:brush xml:id="br0">
      <inkml:brushProperty name="width" value="0.025" units="cm"/>
      <inkml:brushProperty name="height" value="0.025" units="cm"/>
      <inkml:brushProperty name="color" value="#FFFFFF"/>
      <inkml:brushProperty name="ignorePressure" value="1"/>
    </inkml:brush>
  </inkml:definitions>
  <inkml:trace contextRef="#ctx0" brushRef="#br0">21 8,'0'1,"-1"1,-1 0,1 1</inkml:trace>
  <inkml:trace contextRef="#ctx0" brushRef="#br0" timeOffset="1464.467">0 49,'0'-1,"0"-2,0-1,0-1,0-3,0 0,1 1,1 0,-1 2</inkml:trace>
  <inkml:trace contextRef="#ctx0" brushRef="#br0" timeOffset="2307.186">28 1</inkml:trace>
  <inkml:trace contextRef="#ctx0" brushRef="#br0" timeOffset="2734.974">28 29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E8A8-990B-4895-B24F-F4211A2FD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D4237-E8F3-40D9-B04E-F9EE336FA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4E897-F4C9-44C8-8D2D-6F62D4BC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36421-E58F-4C44-A6B9-46067A6E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97B33-F380-4105-AAB4-FBFDED56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5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FD7D-524C-4D05-8937-F3A010DD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69E5-53F1-44E3-B12B-6EEB43C4B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908B-2D2A-4E83-9CE8-5A9A738A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CFD0-6D6A-422E-879F-C105F59C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86DEA-53D9-4868-91DA-127D05F7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0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84C9-709A-43EB-9AC3-280BDCEE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9718-66D1-459A-94E6-FAF7801DD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E3CF-9820-4B2A-88D3-86DFC513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73A76-778A-4380-9B87-4C64A727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5C80-1439-4B2E-A244-D0F4971B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0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526D-D092-4931-8C30-BB0D6A5D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5B476-99C1-4CB4-A6C9-AD575EA75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FCB7D-D3E3-44ED-98A3-B4F3C0724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49C6-C1A7-4DA6-989C-1BA63767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2E9CE-D207-4FE0-A5A5-1B939D68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51E05-A9DA-4D82-94C4-7BBF3F04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0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5C4F-F28D-4EAB-B621-D3BEA67F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795FA-AFDF-4EF0-BE66-C35AC653A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3EF21-0686-4273-B14D-9FF011C88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387CF-2A1F-4C40-8229-6F4BCDA65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54600-65C1-4D1E-902D-B79E8B8D9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EF2AD-E6EF-4E0D-86D8-0B60635E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29A7C-DAEA-4DD1-AA3E-625E2B20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B4B53-8445-4BF4-9C7B-7CFFE407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8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8689-B4A7-4F4A-97E5-353E32BF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E924D-7479-4831-894B-32CCFFB8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892A9-0F11-4420-BFAC-C4CB3BBC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DB4E2-E447-4067-964D-D35B2558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1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8A19C-A44E-4C5F-9C50-741B3BA5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02FDB-1931-4EFA-AD9D-56478358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7B50D-D4C3-4665-97B2-664ACE8C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2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2E0C-5F34-4C8A-BC04-FC7CC921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709A-3B85-430C-93AD-7F7B31CCE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CB812-D337-407C-8EE9-DA0402B8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895D1-0855-4C20-8948-54EB8004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2BB35-15C4-4D88-8886-D15E1005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56B59-D918-420A-919E-FBE7F032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8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81A2-5A8E-4F15-B52C-57E4BE5F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D35C4-9405-486E-BC22-DB52B08D6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E22AF-F0B5-45F3-9E50-CE3B79D83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0AD3D-5562-4D4F-8111-191FB059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C293C-BA48-4604-A2B0-D7A0C32BA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6AA53-F6CC-4077-B153-B259F11B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1681-6781-4135-BC3D-CE294E40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950DE-7569-4FB2-9C7E-14AE65379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37AA8-5246-46F0-9B53-D6562BE8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0752-F007-44A6-881D-98667849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38E70-EF13-4480-BE2E-484FB900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4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13537-99FD-409D-AE3D-18EE6976E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B719F-6DAF-45B9-B6CF-613E4A22B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D9E11-9AC9-464B-8FE9-681B0AAE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06E06-05A3-4EF2-B300-FE71B59A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7557-8321-4954-816A-40E66B5D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3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C1D01-639C-4E74-B27E-B70B05F6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6BED3-2F02-40EE-A9F5-F7AE873D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4953-C29F-4A6F-B48A-91927617A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931C8-7D1E-4F41-BEA2-A3495AEC0BD8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1359-6182-4474-87F6-2A5837154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0BC1E-5350-46FE-AA5C-D0C74FFAB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B61C0-1472-4186-8F3A-3D80190C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5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customXml" Target="../ink/ink4.xml"/><Relationship Id="rId5" Type="http://schemas.microsoft.com/office/2007/relationships/hdphoto" Target="../media/hdphoto1.wdp"/><Relationship Id="rId15" Type="http://schemas.openxmlformats.org/officeDocument/2006/relationships/image" Target="../media/image7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18D1DA8E-F70F-4342-BAA8-6CCB13CCCF0C}"/>
              </a:ext>
            </a:extLst>
          </p:cNvPr>
          <p:cNvGrpSpPr/>
          <p:nvPr/>
        </p:nvGrpSpPr>
        <p:grpSpPr>
          <a:xfrm>
            <a:off x="3472332" y="13900"/>
            <a:ext cx="8031940" cy="6883181"/>
            <a:chOff x="3472332" y="13900"/>
            <a:chExt cx="8031940" cy="688318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44BE749-F11A-4139-A985-9287AA3DD33B}"/>
                </a:ext>
              </a:extLst>
            </p:cNvPr>
            <p:cNvGrpSpPr/>
            <p:nvPr/>
          </p:nvGrpSpPr>
          <p:grpSpPr>
            <a:xfrm>
              <a:off x="3472332" y="13900"/>
              <a:ext cx="8031940" cy="6858000"/>
              <a:chOff x="2136723" y="0"/>
              <a:chExt cx="8031940" cy="685800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DA48FCF-34B8-4A3A-9EE3-036074AB55D5}"/>
                  </a:ext>
                </a:extLst>
              </p:cNvPr>
              <p:cNvGrpSpPr/>
              <p:nvPr/>
            </p:nvGrpSpPr>
            <p:grpSpPr>
              <a:xfrm>
                <a:off x="2136723" y="0"/>
                <a:ext cx="8031940" cy="6858000"/>
                <a:chOff x="2136723" y="0"/>
                <a:chExt cx="8031940" cy="68580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A781A349-CF42-4B59-AEAE-C4FC9202AFEF}"/>
                    </a:ext>
                  </a:extLst>
                </p:cNvPr>
                <p:cNvGrpSpPr/>
                <p:nvPr/>
              </p:nvGrpSpPr>
              <p:grpSpPr>
                <a:xfrm>
                  <a:off x="2165030" y="0"/>
                  <a:ext cx="8003633" cy="6858000"/>
                  <a:chOff x="2165030" y="0"/>
                  <a:chExt cx="8003633" cy="6858000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603326CA-6FA0-4C25-A80C-0722D4E9620A}"/>
                      </a:ext>
                    </a:extLst>
                  </p:cNvPr>
                  <p:cNvGrpSpPr/>
                  <p:nvPr/>
                </p:nvGrpSpPr>
                <p:grpSpPr>
                  <a:xfrm>
                    <a:off x="2870498" y="0"/>
                    <a:ext cx="6823571" cy="6858000"/>
                    <a:chOff x="2870498" y="0"/>
                    <a:chExt cx="6823571" cy="6858000"/>
                  </a:xfrm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050F7FEB-DB39-401B-B3C4-4760A2A51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70498" y="0"/>
                      <a:ext cx="6823571" cy="6858000"/>
                      <a:chOff x="2870498" y="0"/>
                      <a:chExt cx="6823571" cy="6858000"/>
                    </a:xfrm>
                  </p:grpSpPr>
                  <p:pic>
                    <p:nvPicPr>
                      <p:cNvPr id="4" name="Picture 3">
                        <a:extLst>
                          <a:ext uri="{FF2B5EF4-FFF2-40B4-BE49-F238E27FC236}">
                            <a16:creationId xmlns:a16="http://schemas.microsoft.com/office/drawing/2014/main" id="{816011C7-74E3-47D7-9C11-FB22C432E2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t="2447" b="1004"/>
                      <a:stretch/>
                    </p:blipFill>
                    <p:spPr>
                      <a:xfrm>
                        <a:off x="2870498" y="0"/>
                        <a:ext cx="6235845" cy="68580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011F6992-EEE8-4F8C-B0A5-582AF40EBC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04093" y="3229761"/>
                        <a:ext cx="1761688" cy="362823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8CCA0F3-9677-413D-A54B-13B8EE797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65257" y="1577130"/>
                        <a:ext cx="898274" cy="16526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6EF79954-0785-496A-80B0-27238441A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00110" y="390088"/>
                        <a:ext cx="2147684" cy="362823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pic>
                    <p:nvPicPr>
                      <p:cNvPr id="8" name="Picture 7">
                        <a:extLst>
                          <a:ext uri="{FF2B5EF4-FFF2-40B4-BE49-F238E27FC236}">
                            <a16:creationId xmlns:a16="http://schemas.microsoft.com/office/drawing/2014/main" id="{7F705C05-B09D-4AD8-B951-5909322C12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5739" t="78475" r="84978" b="1004"/>
                      <a:stretch/>
                    </p:blipFill>
                    <p:spPr>
                      <a:xfrm rot="16200000">
                        <a:off x="8723802" y="924937"/>
                        <a:ext cx="551571" cy="138896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9" name="Rectangle 8">
                        <a:extLst>
                          <a:ext uri="{FF2B5EF4-FFF2-40B4-BE49-F238E27FC236}">
                            <a16:creationId xmlns:a16="http://schemas.microsoft.com/office/drawing/2014/main" id="{D1008212-E695-42C2-9C3A-43BA3D3B49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05107" y="1538093"/>
                        <a:ext cx="465037" cy="4571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0" name="Rectangle 9">
                        <a:extLst>
                          <a:ext uri="{FF2B5EF4-FFF2-40B4-BE49-F238E27FC236}">
                            <a16:creationId xmlns:a16="http://schemas.microsoft.com/office/drawing/2014/main" id="{6DA5E65E-09E9-468D-AFDA-052805459A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02780" y="5526157"/>
                        <a:ext cx="848733" cy="117904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1" name="Rectangle 10">
                        <a:extLst>
                          <a:ext uri="{FF2B5EF4-FFF2-40B4-BE49-F238E27FC236}">
                            <a16:creationId xmlns:a16="http://schemas.microsoft.com/office/drawing/2014/main" id="{33637345-914C-4A3D-806C-835195F9C5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37581" y="6326191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" name="Rectangle 11">
                        <a:extLst>
                          <a:ext uri="{FF2B5EF4-FFF2-40B4-BE49-F238E27FC236}">
                            <a16:creationId xmlns:a16="http://schemas.microsoft.com/office/drawing/2014/main" id="{BAFC5919-694F-4AEB-BFF3-68583A028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2150" y="6099577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" name="Rectangle 12">
                        <a:extLst>
                          <a:ext uri="{FF2B5EF4-FFF2-40B4-BE49-F238E27FC236}">
                            <a16:creationId xmlns:a16="http://schemas.microsoft.com/office/drawing/2014/main" id="{B2BD4790-9EA4-4D19-9292-E529DF239E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2224" y="1384503"/>
                        <a:ext cx="317378" cy="30993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BAA3156A-BD6B-40E8-B30C-83E84DBFEF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32262" y="1560952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C20B33C0-FEFA-4110-B5C9-93B74573C5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51203" y="2956074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3D7FCB9F-5E73-4882-9BA4-54F8B13CF0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61820" y="672077"/>
                        <a:ext cx="634494" cy="7020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A9879B74-7E65-4147-89A3-26D2768039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97016" y="209415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5DA1083A-805E-42E5-AF26-75A904A390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82969" y="494585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F113C890-AA9A-4CC8-AA3C-67CF164FB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90701" y="716807"/>
                        <a:ext cx="543191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1BA45F73-3C48-4BEA-A343-7FFC0A949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67672" y="1023081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61B8E2A7-9BAE-4EB3-8797-0BB32DE217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40090" y="5079646"/>
                        <a:ext cx="1735033" cy="165263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" name="Rectangle 21">
                        <a:extLst>
                          <a:ext uri="{FF2B5EF4-FFF2-40B4-BE49-F238E27FC236}">
                            <a16:creationId xmlns:a16="http://schemas.microsoft.com/office/drawing/2014/main" id="{33ACC06D-AEC0-4AE4-9A6C-0CC2DCCF62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89601" y="4552950"/>
                        <a:ext cx="527050" cy="5266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BB6048F8-A9CF-440A-88FE-99869C95F1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55576" y="1963537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B01A43A0-E23F-4688-9559-F3B7F7DF1E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30870" y="1813789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F1628ACC-2633-4986-AFC1-9B74A18926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23461" y="352337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6" name="Rectangle 25">
                        <a:extLst>
                          <a:ext uri="{FF2B5EF4-FFF2-40B4-BE49-F238E27FC236}">
                            <a16:creationId xmlns:a16="http://schemas.microsoft.com/office/drawing/2014/main" id="{BB70A406-F81E-4DB0-BC0A-D28F85B456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2176" y="5115648"/>
                        <a:ext cx="317378" cy="40608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8264C225-BEF3-4397-BB01-AA495890B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55705" y="3572262"/>
                      <a:ext cx="317378" cy="27657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FC84ED17-85AC-4DCC-828C-28F44A0E27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85921" y="380666"/>
                      <a:ext cx="634494" cy="40608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88BCA98A-B25C-42BE-BF2C-99211B72A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0701" y="1708775"/>
                      <a:ext cx="597006" cy="36291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24895558-A2FC-49EE-8ADF-163DF07E9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5248" y="3524662"/>
                      <a:ext cx="489201" cy="40608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5C9B47C-9947-4929-BB9B-70E4059C2636}"/>
                      </a:ext>
                    </a:extLst>
                  </p:cNvPr>
                  <p:cNvSpPr txBox="1"/>
                  <p:nvPr/>
                </p:nvSpPr>
                <p:spPr>
                  <a:xfrm>
                    <a:off x="3960294" y="405183"/>
                    <a:ext cx="15555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backpressure valve</a:t>
                    </a: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8881302-38CA-4D69-A594-584791081059}"/>
                      </a:ext>
                    </a:extLst>
                  </p:cNvPr>
                  <p:cNvSpPr txBox="1"/>
                  <p:nvPr/>
                </p:nvSpPr>
                <p:spPr>
                  <a:xfrm>
                    <a:off x="6075722" y="280118"/>
                    <a:ext cx="158416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retentate 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pressure transducer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B0D4C131-DABE-40F7-818E-0126C40572FB}"/>
                      </a:ext>
                    </a:extLst>
                  </p:cNvPr>
                  <p:cNvSpPr txBox="1"/>
                  <p:nvPr/>
                </p:nvSpPr>
                <p:spPr>
                  <a:xfrm>
                    <a:off x="8613163" y="861283"/>
                    <a:ext cx="15555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permeate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reservoir</a:t>
                    </a:r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6199591-6CF2-4F74-876F-E9CFA7110F66}"/>
                      </a:ext>
                    </a:extLst>
                  </p:cNvPr>
                  <p:cNvSpPr txBox="1"/>
                  <p:nvPr/>
                </p:nvSpPr>
                <p:spPr>
                  <a:xfrm>
                    <a:off x="2165030" y="6041010"/>
                    <a:ext cx="15555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buffer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reservoir</a:t>
                    </a:r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B9477259-45B4-4DEC-971F-A8A0E4FD6972}"/>
                      </a:ext>
                    </a:extLst>
                  </p:cNvPr>
                  <p:cNvSpPr txBox="1"/>
                  <p:nvPr/>
                </p:nvSpPr>
                <p:spPr>
                  <a:xfrm>
                    <a:off x="4806045" y="6041320"/>
                    <a:ext cx="15555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reservoir</a:t>
                    </a:r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DE12776-D33D-4A1B-9421-0F7A08BCF9E2}"/>
                      </a:ext>
                    </a:extLst>
                  </p:cNvPr>
                  <p:cNvSpPr txBox="1"/>
                  <p:nvPr/>
                </p:nvSpPr>
                <p:spPr>
                  <a:xfrm>
                    <a:off x="5888412" y="4665351"/>
                    <a:ext cx="15555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pump</a:t>
                    </a:r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F3BADA45-E173-44AA-829E-A762CA76241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7672" y="2270548"/>
                    <a:ext cx="158416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permeate 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pressure transducer</a:t>
                    </a:r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E2A65B9-5AAC-4A56-A4FF-7BBE629C1185}"/>
                      </a:ext>
                    </a:extLst>
                  </p:cNvPr>
                  <p:cNvSpPr txBox="1"/>
                  <p:nvPr/>
                </p:nvSpPr>
                <p:spPr>
                  <a:xfrm>
                    <a:off x="7247762" y="942390"/>
                    <a:ext cx="15841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manual clamp</a:t>
                    </a:r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53700BA-C363-40BF-9BF0-2BBA70BE58E1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640" y="3270229"/>
                    <a:ext cx="158416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feed </a:t>
                    </a:r>
                  </a:p>
                  <a:p>
                    <a:pPr algn="ctr"/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pressure transducer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8021B26-F040-40CB-94E8-7C6E3AD6C99A}"/>
                      </a:ext>
                    </a:extLst>
                  </p:cNvPr>
                  <p:cNvSpPr txBox="1"/>
                  <p:nvPr/>
                </p:nvSpPr>
                <p:spPr>
                  <a:xfrm>
                    <a:off x="4462340" y="2057866"/>
                    <a:ext cx="15555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membrane module</a:t>
                    </a:r>
                  </a:p>
                </p:txBody>
              </p:sp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D8B1273-B8ED-48AF-B31D-99EE37DAC396}"/>
                    </a:ext>
                  </a:extLst>
                </p:cNvPr>
                <p:cNvSpPr txBox="1"/>
                <p:nvPr/>
              </p:nvSpPr>
              <p:spPr>
                <a:xfrm>
                  <a:off x="3574459" y="4955016"/>
                  <a:ext cx="158416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feed 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valve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9B698A2-312B-470F-8102-6B193D3D1DB8}"/>
                    </a:ext>
                  </a:extLst>
                </p:cNvPr>
                <p:cNvSpPr txBox="1"/>
                <p:nvPr/>
              </p:nvSpPr>
              <p:spPr>
                <a:xfrm>
                  <a:off x="2136723" y="5191578"/>
                  <a:ext cx="158416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buffer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valve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8608EAB-61A9-47C4-B0D9-6EC4DBBB71E0}"/>
                    </a:ext>
                  </a:extLst>
                </p:cNvPr>
                <p:cNvSpPr txBox="1"/>
                <p:nvPr/>
              </p:nvSpPr>
              <p:spPr>
                <a:xfrm>
                  <a:off x="8101715" y="1752265"/>
                  <a:ext cx="158416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permeate</a:t>
                  </a:r>
                </a:p>
                <a:p>
                  <a:pPr algn="ctr"/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valve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9F452C-A2EF-45C3-9279-079EC7ACECB3}"/>
                  </a:ext>
                </a:extLst>
              </p:cNvPr>
              <p:cNvSpPr txBox="1"/>
              <p:nvPr/>
            </p:nvSpPr>
            <p:spPr>
              <a:xfrm>
                <a:off x="5097687" y="4579056"/>
                <a:ext cx="15841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clamp</a:t>
                </a:r>
              </a:p>
            </p:txBody>
          </p:sp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5E9499A-F8D0-42D3-AF7E-A5BDB18998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22" t="58620" r="83967" b="1005"/>
            <a:stretch/>
          </p:blipFill>
          <p:spPr>
            <a:xfrm flipH="1">
              <a:off x="6005944" y="4010719"/>
              <a:ext cx="476005" cy="2732828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C7600B8-86D7-45E3-A542-7AAF389D9A35}"/>
                </a:ext>
              </a:extLst>
            </p:cNvPr>
            <p:cNvSpPr/>
            <p:nvPr/>
          </p:nvSpPr>
          <p:spPr>
            <a:xfrm>
              <a:off x="9917847" y="4884173"/>
              <a:ext cx="180344" cy="8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E89C8F6-576C-4F70-9B2E-797519EBD4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9419" b="99070" l="27815" r="40265">
                          <a14:foregroundMark x1="34554" y1="81424" x2="34702" y2="81860"/>
                          <a14:foregroundMark x1="33510" y1="80814" x2="32318" y2="80814"/>
                          <a14:foregroundMark x1="33113" y1="80698" x2="33888" y2="80612"/>
                          <a14:foregroundMark x1="33510" y1="80581" x2="33510" y2="80581"/>
                          <a14:foregroundMark x1="33510" y1="80465" x2="33510" y2="80465"/>
                          <a14:foregroundMark x1="33113" y1="80465" x2="33221" y2="77133"/>
                          <a14:foregroundMark x1="33510" y1="80698" x2="33245" y2="78953"/>
                          <a14:foregroundMark x1="33377" y1="78605" x2="33377" y2="80349"/>
                          <a14:foregroundMark x1="31427" y1="75930" x2="30861" y2="74302"/>
                          <a14:foregroundMark x1="31750" y1="76860" x2="31427" y2="75930"/>
                          <a14:foregroundMark x1="33245" y1="81163" x2="31750" y2="76860"/>
                          <a14:foregroundMark x1="30861" y1="74302" x2="29801" y2="75349"/>
                          <a14:foregroundMark x1="31303" y1="75930" x2="30464" y2="73372"/>
                          <a14:foregroundMark x1="31608" y1="76860" x2="31303" y2="75930"/>
                          <a14:foregroundMark x1="32715" y1="80233" x2="31608" y2="76860"/>
                          <a14:foregroundMark x1="30464" y1="73372" x2="30331" y2="73140"/>
                          <a14:foregroundMark x1="31866" y1="76860" x2="32848" y2="79535"/>
                          <a14:foregroundMark x1="31525" y1="75930" x2="31866" y2="76860"/>
                          <a14:foregroundMark x1="30331" y1="72674" x2="31525" y2="75930"/>
                          <a14:foregroundMark x1="32848" y1="79535" x2="32980" y2="79767"/>
                          <a14:foregroundMark x1="29768" y1="75930" x2="30066" y2="76977"/>
                          <a14:foregroundMark x1="29272" y1="74186" x2="29768" y2="75930"/>
                          <a14:foregroundMark x1="33439" y1="75930" x2="33510" y2="72442"/>
                          <a14:foregroundMark x1="33420" y1="76860" x2="33439" y2="75930"/>
                          <a14:foregroundMark x1="33401" y1="77763" x2="33420" y2="76860"/>
                          <a14:foregroundMark x1="33377" y1="78953" x2="33399" y2="77871"/>
                          <a14:foregroundMark x1="33642" y1="77631" x2="33642" y2="79535"/>
                          <a14:foregroundMark x1="33642" y1="76860" x2="33642" y2="77417"/>
                          <a14:foregroundMark x1="33642" y1="75930" x2="33642" y2="76860"/>
                          <a14:foregroundMark x1="33642" y1="71744" x2="33642" y2="75930"/>
                          <a14:foregroundMark x1="33245" y1="75465" x2="33377" y2="71628"/>
                          <a14:foregroundMark x1="33245" y1="75698" x2="33510" y2="71395"/>
                          <a14:foregroundMark x1="33113" y1="74651" x2="33113" y2="72093"/>
                          <a14:foregroundMark x1="33113" y1="73256" x2="32980" y2="72674"/>
                          <a14:foregroundMark x1="33113" y1="73605" x2="33113" y2="73605"/>
                          <a14:foregroundMark x1="33113" y1="73140" x2="33113" y2="73140"/>
                          <a14:foregroundMark x1="33113" y1="73372" x2="33113" y2="73372"/>
                          <a14:foregroundMark x1="33113" y1="73372" x2="33113" y2="73372"/>
                          <a14:foregroundMark x1="33113" y1="73372" x2="33113" y2="73372"/>
                          <a14:foregroundMark x1="33377" y1="72558" x2="36821" y2="69651"/>
                          <a14:foregroundMark x1="33377" y1="72093" x2="36291" y2="69884"/>
                          <a14:foregroundMark x1="33642" y1="71512" x2="36424" y2="69767"/>
                          <a14:foregroundMark x1="34834" y1="70581" x2="36821" y2="69419"/>
                          <a14:foregroundMark x1="34967" y1="71279" x2="36954" y2="69884"/>
                          <a14:foregroundMark x1="34040" y1="72093" x2="34603" y2="74689"/>
                          <a14:foregroundMark x1="31391" y1="83140" x2="31126" y2="97326"/>
                          <a14:foregroundMark x1="31126" y1="97326" x2="39735" y2="99419"/>
                          <a14:foregroundMark x1="39735" y1="99419" x2="35894" y2="91977"/>
                          <a14:foregroundMark x1="35894" y1="91977" x2="36556" y2="83837"/>
                          <a14:foregroundMark x1="36556" y1="83837" x2="31523" y2="83372"/>
                          <a14:foregroundMark x1="32185" y1="83140" x2="30596" y2="98023"/>
                          <a14:foregroundMark x1="30596" y1="98023" x2="32318" y2="90581"/>
                          <a14:foregroundMark x1="32318" y1="90581" x2="36159" y2="98721"/>
                          <a14:foregroundMark x1="29007" y1="98953" x2="36821" y2="98256"/>
                          <a14:foregroundMark x1="36821" y1="98256" x2="37219" y2="98256"/>
                          <a14:foregroundMark x1="30596" y1="83023" x2="28874" y2="98140"/>
                          <a14:foregroundMark x1="28874" y1="98140" x2="29007" y2="99186"/>
                          <a14:foregroundMark x1="34172" y1="83721" x2="37219" y2="90465"/>
                          <a14:foregroundMark x1="37219" y1="90465" x2="36821" y2="95349"/>
                          <a14:foregroundMark x1="36689" y1="84186" x2="36291" y2="92791"/>
                          <a14:foregroundMark x1="30728" y1="83721" x2="29801" y2="88372"/>
                          <a14:foregroundMark x1="30596" y1="84302" x2="27815" y2="85814"/>
                          <a14:foregroundMark x1="33642" y1="83605" x2="36026" y2="82907"/>
                          <a14:foregroundMark x1="35232" y1="83605" x2="36821" y2="83256"/>
                          <a14:foregroundMark x1="34305" y1="90814" x2="33775" y2="91628"/>
                          <a14:backgroundMark x1="29404" y1="72093" x2="29404" y2="72093"/>
                          <a14:backgroundMark x1="29404" y1="72209" x2="29404" y2="72209"/>
                          <a14:backgroundMark x1="29536" y1="72558" x2="29536" y2="72558"/>
                          <a14:backgroundMark x1="29536" y1="72209" x2="29536" y2="72209"/>
                          <a14:backgroundMark x1="29139" y1="72209" x2="29139" y2="72209"/>
                          <a14:backgroundMark x1="29139" y1="72209" x2="29139" y2="72093"/>
                          <a14:backgroundMark x1="29950" y1="72205" x2="28609" y2="72558"/>
                          <a14:backgroundMark x1="39735" y1="87326" x2="41589" y2="77326"/>
                          <a14:backgroundMark x1="41589" y1="77326" x2="41192" y2="86279"/>
                          <a14:backgroundMark x1="41192" y1="86279" x2="38940" y2="78488"/>
                          <a14:backgroundMark x1="38940" y1="78488" x2="39205" y2="77209"/>
                          <a14:backgroundMark x1="39073" y1="76163" x2="38306" y2="84243"/>
                          <a14:backgroundMark x1="36026" y1="81466" x2="36026" y2="75581"/>
                          <a14:backgroundMark x1="36026" y1="75581" x2="36159" y2="81395"/>
                          <a14:backgroundMark x1="34702" y1="76628" x2="34702" y2="75698"/>
                          <a14:backgroundMark x1="34437" y1="75930" x2="35497" y2="75349"/>
                          <a14:backgroundMark x1="34040" y1="75465" x2="34967" y2="75465"/>
                          <a14:backgroundMark x1="34437" y1="75465" x2="35232" y2="74302"/>
                          <a14:backgroundMark x1="32318" y1="75930" x2="32318" y2="75930"/>
                          <a14:backgroundMark x1="32715" y1="76860" x2="32715" y2="76860"/>
                        </a14:backgroundRemoval>
                      </a14:imgEffect>
                    </a14:imgLayer>
                  </a14:imgProps>
                </a:ext>
              </a:extLst>
            </a:blip>
            <a:srcRect l="28064" t="69545" r="62653" b="572"/>
            <a:stretch/>
          </p:blipFill>
          <p:spPr>
            <a:xfrm>
              <a:off x="5944918" y="4782939"/>
              <a:ext cx="576525" cy="2114142"/>
            </a:xfrm>
            <a:prstGeom prst="rect">
              <a:avLst/>
            </a:prstGeom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6091419-7E84-4B92-8494-0DEDF05FD4D6}"/>
                </a:ext>
              </a:extLst>
            </p:cNvPr>
            <p:cNvSpPr/>
            <p:nvPr/>
          </p:nvSpPr>
          <p:spPr>
            <a:xfrm>
              <a:off x="6253623" y="3847824"/>
              <a:ext cx="47821" cy="9752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70823B0-87D6-4C33-8EE4-B3A6908A8D5D}"/>
                </a:ext>
              </a:extLst>
            </p:cNvPr>
            <p:cNvSpPr/>
            <p:nvPr/>
          </p:nvSpPr>
          <p:spPr>
            <a:xfrm>
              <a:off x="6238586" y="4004162"/>
              <a:ext cx="405420" cy="213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1F20692-C5B5-4540-B2D8-9920AFF8A8A9}"/>
                </a:ext>
              </a:extLst>
            </p:cNvPr>
            <p:cNvSpPr/>
            <p:nvPr/>
          </p:nvSpPr>
          <p:spPr>
            <a:xfrm>
              <a:off x="6382520" y="4163120"/>
              <a:ext cx="405420" cy="213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DDF4424-254F-4472-9FCA-FD47EFC978E2}"/>
                </a:ext>
              </a:extLst>
            </p:cNvPr>
            <p:cNvSpPr/>
            <p:nvPr/>
          </p:nvSpPr>
          <p:spPr>
            <a:xfrm>
              <a:off x="6718972" y="4234832"/>
              <a:ext cx="405420" cy="213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6A26150-5BB7-4DC5-8B18-9A93F0646255}"/>
                </a:ext>
              </a:extLst>
            </p:cNvPr>
            <p:cNvSpPr/>
            <p:nvPr/>
          </p:nvSpPr>
          <p:spPr>
            <a:xfrm>
              <a:off x="6532097" y="4264909"/>
              <a:ext cx="405420" cy="213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0B8BC35-0A72-4D85-B846-64F4AFF7F80B}"/>
                </a:ext>
              </a:extLst>
            </p:cNvPr>
            <p:cNvSpPr/>
            <p:nvPr/>
          </p:nvSpPr>
          <p:spPr>
            <a:xfrm rot="16730437">
              <a:off x="6214438" y="4780860"/>
              <a:ext cx="14991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A4A2AA0-3AC6-455B-AE7F-DE0934816FA9}"/>
                </a:ext>
              </a:extLst>
            </p:cNvPr>
            <p:cNvSpPr/>
            <p:nvPr/>
          </p:nvSpPr>
          <p:spPr>
            <a:xfrm>
              <a:off x="6306099" y="5033020"/>
              <a:ext cx="149912" cy="490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C01F7F-08D1-4692-B720-D964C31AD0AF}"/>
                </a:ext>
              </a:extLst>
            </p:cNvPr>
            <p:cNvSpPr/>
            <p:nvPr/>
          </p:nvSpPr>
          <p:spPr>
            <a:xfrm>
              <a:off x="6417744" y="5152178"/>
              <a:ext cx="149912" cy="6396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3D7874-0442-4F93-A2D5-88885B757E1A}"/>
                    </a:ext>
                  </a:extLst>
                </p14:cNvPr>
                <p14:cNvContentPartPr/>
                <p14:nvPr/>
              </p14:nvContentPartPr>
              <p14:xfrm>
                <a:off x="6481734" y="4778388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3D7874-0442-4F93-A2D5-88885B757E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7414" y="47740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A478C6-B8A4-4B46-9236-DD7280B61FE6}"/>
                    </a:ext>
                  </a:extLst>
                </p14:cNvPr>
                <p14:cNvContentPartPr/>
                <p14:nvPr/>
              </p14:nvContentPartPr>
              <p14:xfrm>
                <a:off x="6476694" y="4775868"/>
                <a:ext cx="360" cy="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A478C6-B8A4-4B46-9236-DD7280B61F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2374" y="47715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99EDE8-E0A2-4B95-A08F-6201B1DEF445}"/>
                    </a:ext>
                  </a:extLst>
                </p14:cNvPr>
                <p14:cNvContentPartPr/>
                <p14:nvPr/>
              </p14:nvContentPartPr>
              <p14:xfrm>
                <a:off x="6469494" y="4782348"/>
                <a:ext cx="6120" cy="1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99EDE8-E0A2-4B95-A08F-6201B1DEF44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65174" y="4778028"/>
                  <a:ext cx="1476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D7F0CB8-506F-4622-A87C-0DEF6EBDC8FA}"/>
                    </a:ext>
                  </a:extLst>
                </p14:cNvPr>
                <p14:cNvContentPartPr/>
                <p14:nvPr/>
              </p14:nvContentPartPr>
              <p14:xfrm>
                <a:off x="6257814" y="4864428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D7F0CB8-506F-4622-A87C-0DEF6EBDC8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53494" y="486010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DF6BDAB-8C31-475B-BDED-788C553F1F3A}"/>
                    </a:ext>
                  </a:extLst>
                </p14:cNvPr>
                <p14:cNvContentPartPr/>
                <p14:nvPr/>
              </p14:nvContentPartPr>
              <p14:xfrm>
                <a:off x="6292374" y="4903668"/>
                <a:ext cx="36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DF6BDAB-8C31-475B-BDED-788C553F1F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88054" y="48993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B8E5F8-2BFD-4423-92BE-54FAD22E4641}"/>
                    </a:ext>
                  </a:extLst>
                </p14:cNvPr>
                <p14:cNvContentPartPr/>
                <p14:nvPr/>
              </p14:nvContentPartPr>
              <p14:xfrm>
                <a:off x="6282654" y="4876308"/>
                <a:ext cx="10080" cy="17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B8E5F8-2BFD-4423-92BE-54FAD22E46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78334" y="4871988"/>
                  <a:ext cx="18720" cy="262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7617BC0-7DF9-4E42-9C2A-D5C3460BC691}"/>
                </a:ext>
              </a:extLst>
            </p:cNvPr>
            <p:cNvSpPr/>
            <p:nvPr/>
          </p:nvSpPr>
          <p:spPr>
            <a:xfrm>
              <a:off x="6122757" y="6147475"/>
              <a:ext cx="317378" cy="4060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F24B058-D253-4639-9F1D-214B23834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739" t="85478" r="84978" b="1004"/>
            <a:stretch/>
          </p:blipFill>
          <p:spPr>
            <a:xfrm>
              <a:off x="5930523" y="5513898"/>
              <a:ext cx="551571" cy="914927"/>
            </a:xfrm>
            <a:prstGeom prst="rect">
              <a:avLst/>
            </a:prstGeom>
          </p:spPr>
        </p:pic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D04070E-CAA3-4969-A5BB-6286E296E538}"/>
                </a:ext>
              </a:extLst>
            </p:cNvPr>
            <p:cNvSpPr/>
            <p:nvPr/>
          </p:nvSpPr>
          <p:spPr>
            <a:xfrm>
              <a:off x="6026802" y="6415765"/>
              <a:ext cx="469542" cy="4060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A7B6684-BCCA-449F-94F2-0798E6BAE462}"/>
                </a:ext>
              </a:extLst>
            </p:cNvPr>
            <p:cNvSpPr/>
            <p:nvPr/>
          </p:nvSpPr>
          <p:spPr>
            <a:xfrm>
              <a:off x="6129678" y="5880260"/>
              <a:ext cx="317378" cy="4060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68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30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Diego Alba</dc:creator>
  <cp:lastModifiedBy>Diego Alba</cp:lastModifiedBy>
  <cp:revision>10</cp:revision>
  <dcterms:created xsi:type="dcterms:W3CDTF">2018-10-28T23:19:54Z</dcterms:created>
  <dcterms:modified xsi:type="dcterms:W3CDTF">2018-10-29T04:56:10Z</dcterms:modified>
</cp:coreProperties>
</file>