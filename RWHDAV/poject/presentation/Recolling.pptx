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0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91" d="100"/>
          <a:sy n="91" d="100"/>
        </p:scale>
        <p:origin x="1296" y="5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D483-E7DA-4CD0-9E80-ACD11FBA9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3C4E9-995C-43DC-AEC2-F72F73A2B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7A148-7DDF-45A8-9119-884E04FFA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E7A48-790C-42B8-A571-D12B8E0B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ACFBF-2550-49B5-9563-500FB28A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599D-E97A-4729-BC3E-516B8B4C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039DB-17D4-412A-8C31-AF07D34D8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2E8EE-C0C1-4A27-8724-18CD9491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5EA3A-4DD5-4B8F-96A6-A1C4CEB8F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6F85B-5D7B-4E5E-BADB-2A4A3F48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014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2C50-4BAB-4149-9101-8AC214F9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26F12-7DCA-47E2-9EF7-0A189BC03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9BCB5-20E2-47E5-A2CB-5105065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C87E9-88E7-413A-B93F-1C5C0964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0ECDA-DB14-4B79-92FF-47CB1FC8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9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4929-87D8-481E-B213-43641780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E5C0E-FD67-4665-9ADD-9FAC8ABB3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9D780-57CF-47B7-A6B9-DF0F1D202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3509D-AC8A-46BC-BE88-75D1DE9EE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133F18-F1CB-4CDE-8F73-8A4FAA9D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03AE7-BB5A-470A-93EB-A5E514FD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5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1292-1D57-432A-9D71-99ECDEAB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BAF2F-A2A1-4855-9340-7245B55F2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4430C-A009-4678-95C5-6737787B4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BAE2F2-6F7F-4064-AD68-E54CFB5BF3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07417-8DBD-4A7D-912A-6F1E71D0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DABC92-647F-490E-97DD-2E4490C4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7A74FB-F2D0-46DB-AEEA-76FB3426E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B6888-5491-4329-A877-E03201B3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29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6DCB-AF14-4B5A-ADD8-B1B1EEF32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FCDA3D-7659-47D6-9FDA-8C664B3A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99201-DF6C-4DA6-ABE0-BEDFEFA9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1C61E-B3EC-4480-9863-CA2F3973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82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AA784-C43C-4277-9B90-BEED46E29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F8DAE-620D-4D7C-9503-9A24A3327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E32EC-9C40-4599-8DC7-AC07DCDB1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ABA2-223B-4FE4-8C84-718F844CE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2CE18-5C99-4184-9465-A5036DB6A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E402DE-171C-4366-9386-E71ED6838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6D287-03F6-4139-821F-5EF6EE7C0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B45E2-1394-4A7C-9E9F-B10061BE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A758B-2AE2-46AB-825A-282C1493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30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C027-70FB-4C2E-A630-42B5A5D0B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7D331-26DD-4AEF-9342-95C15A3DE8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AA4AC-B00E-4D14-85FD-358EBBE0A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3886B-798F-461C-819A-85BBC2BA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377C6-EBC0-4AE7-B159-455C4951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902A6-D5BF-4FD6-AE00-363B2D60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5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18D7A-2E0A-4EFE-BA75-B9DEC2A16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27143-F63C-428F-AAE7-8063032EE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F77FF-919A-4DDD-8C20-94AFFF37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2606D-79AC-49CE-85A7-F78FBA74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23C09-5349-4E31-ADB9-7E970C87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1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89F404-03F3-4EAC-9CCD-07D5593E3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3A1D-5822-4F92-A231-DD7772680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FCBD-B732-4D8B-A946-4D1641AC7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2CA62-892C-4DE1-8AEE-C16F74D8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26A43-C8CF-4C70-B796-3A3C216C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51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86E3C7-F473-41F1-9AEE-31D7D008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3F296-EC49-4ED3-B2CE-DFE28217B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E33D3-E6E2-4FC8-AE4F-37441A1E1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EE25E-8C0E-4A5A-BEA1-57F6A7E98143}" type="datetimeFigureOut">
              <a:rPr lang="en-US" smtClean="0"/>
              <a:t>12/7/2018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8A6-B789-4995-B550-9A4B11B9C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D9B98-AA45-4747-A116-B12795AE4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749695-CC88-4973-9B94-8FB6B861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5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45E6-64B8-41BB-8020-BF39E88A74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Investigating Recollection</a:t>
            </a:r>
            <a:br>
              <a:rPr lang="en-US" dirty="0"/>
            </a:br>
            <a:r>
              <a:rPr lang="en-US" dirty="0"/>
              <a:t>with Sherlock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D4702-90E6-4CA6-9063-1B7626C88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7878"/>
            <a:ext cx="9144000" cy="1655762"/>
          </a:xfrm>
        </p:spPr>
        <p:txBody>
          <a:bodyPr/>
          <a:lstStyle/>
          <a:p>
            <a:r>
              <a:rPr lang="en-US" dirty="0"/>
              <a:t>Diego Alba</a:t>
            </a:r>
          </a:p>
        </p:txBody>
      </p:sp>
    </p:spTree>
    <p:extLst>
      <p:ext uri="{BB962C8B-B14F-4D97-AF65-F5344CB8AC3E}">
        <p14:creationId xmlns:p14="http://schemas.microsoft.com/office/powerpoint/2010/main" val="168810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B497-A1CE-4AB3-8E82-3FF4EFFBA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Dataset: Sherlock Movie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BD52B-D69D-44A6-B67A-AB19E4AE6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Transcript for scene descriptions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Transcript for recollection (n = 17)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74163-19A4-4134-9039-58FBD167A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47"/>
          <a:stretch/>
        </p:blipFill>
        <p:spPr>
          <a:xfrm>
            <a:off x="1754156" y="2385964"/>
            <a:ext cx="4590661" cy="16382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064A38-13EA-40A1-AA6E-B4600BA31D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45"/>
          <a:stretch/>
        </p:blipFill>
        <p:spPr>
          <a:xfrm>
            <a:off x="6344817" y="2385964"/>
            <a:ext cx="3993501" cy="1638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D3C3B9-BE9F-49F2-936A-92D224E5F2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969"/>
          <a:stretch/>
        </p:blipFill>
        <p:spPr>
          <a:xfrm>
            <a:off x="2012080" y="5072885"/>
            <a:ext cx="3576957" cy="743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2C821-5BFB-41D2-8714-221038F5F6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64"/>
          <a:stretch/>
        </p:blipFill>
        <p:spPr>
          <a:xfrm>
            <a:off x="5589037" y="5072885"/>
            <a:ext cx="4407380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157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15E2-1419-4D18-A8BF-DA8B7781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Data and Train LDA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6716C3-ADE8-4C50-9832-1CB9E2F97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79" y="1240859"/>
            <a:ext cx="10280241" cy="5605711"/>
          </a:xfr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3125C1A-15FB-4429-8320-B7583366F8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06" t="94630" r="20944" b="884"/>
          <a:stretch/>
        </p:blipFill>
        <p:spPr>
          <a:xfrm rot="16200000">
            <a:off x="5966460" y="3737610"/>
            <a:ext cx="868680" cy="2514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7EDB1B-F12B-426A-B7CB-714A1E2BF47B}"/>
              </a:ext>
            </a:extLst>
          </p:cNvPr>
          <p:cNvSpPr txBox="1"/>
          <p:nvPr/>
        </p:nvSpPr>
        <p:spPr>
          <a:xfrm>
            <a:off x="6275070" y="1393259"/>
            <a:ext cx="377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95024-84CC-4BF4-B772-26244BB94224}"/>
              </a:ext>
            </a:extLst>
          </p:cNvPr>
          <p:cNvSpPr txBox="1"/>
          <p:nvPr/>
        </p:nvSpPr>
        <p:spPr>
          <a:xfrm>
            <a:off x="1314020" y="1393259"/>
            <a:ext cx="377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a)</a:t>
            </a:r>
          </a:p>
        </p:txBody>
      </p:sp>
    </p:spTree>
    <p:extLst>
      <p:ext uri="{BB962C8B-B14F-4D97-AF65-F5344CB8AC3E}">
        <p14:creationId xmlns:p14="http://schemas.microsoft.com/office/powerpoint/2010/main" val="60456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933C05-8E35-451F-A263-6222436D1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" r="1" b="1"/>
          <a:stretch/>
        </p:blipFill>
        <p:spPr>
          <a:xfrm>
            <a:off x="19433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64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F4CF44-B06C-4C6B-BC63-B34E15279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9" b="1"/>
          <a:stretch/>
        </p:blipFill>
        <p:spPr>
          <a:xfrm>
            <a:off x="279410" y="454347"/>
            <a:ext cx="11633180" cy="654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03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FAE9-E229-4686-B0F4-D94112AB9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9ADA8B-0123-4BFE-AAC3-10D6FCFF4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6681"/>
            <a:ext cx="12192000" cy="654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3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9188D6-C1A0-416F-94D0-A378F2A8C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2"/>
          <a:stretch/>
        </p:blipFill>
        <p:spPr>
          <a:xfrm>
            <a:off x="0" y="1854200"/>
            <a:ext cx="12192000" cy="3723744"/>
          </a:xfrm>
        </p:spPr>
      </p:pic>
    </p:spTree>
    <p:extLst>
      <p:ext uri="{BB962C8B-B14F-4D97-AF65-F5344CB8AC3E}">
        <p14:creationId xmlns:p14="http://schemas.microsoft.com/office/powerpoint/2010/main" val="236023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894398-22C9-418A-8A47-7C78AB3B4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566" y="351154"/>
            <a:ext cx="7896867" cy="6390311"/>
          </a:xfrm>
        </p:spPr>
      </p:pic>
    </p:spTree>
    <p:extLst>
      <p:ext uri="{BB962C8B-B14F-4D97-AF65-F5344CB8AC3E}">
        <p14:creationId xmlns:p14="http://schemas.microsoft.com/office/powerpoint/2010/main" val="922480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614D-9B9A-4367-B9DE-CFA03CAE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20EB1D-4FCC-4C82-AD88-1E6CBBAA4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0" y="0"/>
            <a:ext cx="12192850" cy="6858000"/>
          </a:xfrm>
        </p:spPr>
      </p:pic>
    </p:spTree>
    <p:extLst>
      <p:ext uri="{BB962C8B-B14F-4D97-AF65-F5344CB8AC3E}">
        <p14:creationId xmlns:p14="http://schemas.microsoft.com/office/powerpoint/2010/main" val="1197163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BEF7B5-5108-4DE7-A5CC-AC3995B05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06" y="890148"/>
            <a:ext cx="8492831" cy="533361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5B0D16-73E3-4AB2-8F71-6B186AFE1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250" y="1564958"/>
            <a:ext cx="4350374" cy="336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74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E922-2932-451F-BF3A-05EE1CCEF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4FA250-B024-4421-BB67-CDADD482F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631" y="220982"/>
            <a:ext cx="12423261" cy="6416036"/>
          </a:xfrm>
        </p:spPr>
      </p:pic>
    </p:spTree>
    <p:extLst>
      <p:ext uri="{BB962C8B-B14F-4D97-AF65-F5344CB8AC3E}">
        <p14:creationId xmlns:p14="http://schemas.microsoft.com/office/powerpoint/2010/main" val="689972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C06F-CD55-459E-9EDD-A7DB3895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4FA02-4394-4362-9AF7-7694BAD5E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4" r="5682"/>
          <a:stretch/>
        </p:blipFill>
        <p:spPr>
          <a:xfrm>
            <a:off x="0" y="10510"/>
            <a:ext cx="12055450" cy="6858000"/>
          </a:xfrm>
        </p:spPr>
      </p:pic>
    </p:spTree>
    <p:extLst>
      <p:ext uri="{BB962C8B-B14F-4D97-AF65-F5344CB8AC3E}">
        <p14:creationId xmlns:p14="http://schemas.microsoft.com/office/powerpoint/2010/main" val="337637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CFDBB-37D1-4DBD-8DFB-3CBD18C97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97347B3-57A0-435B-BC97-922EFE2F1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84" y="130308"/>
            <a:ext cx="12219567" cy="6597384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E45EAB-2B72-4700-9942-6D4DA88CA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404" y="3692776"/>
            <a:ext cx="3094115" cy="22716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8B154C-93D1-4BE8-8363-A09E9FC00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785" y="3692776"/>
            <a:ext cx="2990429" cy="22716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03B658-2DC6-4E1A-B8FE-1F0A85FCBF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274" y="581285"/>
            <a:ext cx="2191879" cy="16340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C509BB-087B-432C-9452-EB6986DFF94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9"/>
          <a:stretch/>
        </p:blipFill>
        <p:spPr>
          <a:xfrm>
            <a:off x="2789625" y="391259"/>
            <a:ext cx="2433604" cy="178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30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30</Words>
  <Application>Microsoft Office PowerPoint</Application>
  <PresentationFormat>Widescreen</PresentationFormat>
  <Paragraphs>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Investigating Recollection with Sherlock</vt:lpstr>
      <vt:lpstr>Dataset: Sherlock Movie </vt:lpstr>
      <vt:lpstr>Process Data and Train LDA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Recalling</dc:title>
  <dc:creator>Diego Alba</dc:creator>
  <cp:lastModifiedBy>Diego Alba</cp:lastModifiedBy>
  <cp:revision>19</cp:revision>
  <dcterms:created xsi:type="dcterms:W3CDTF">2018-12-06T08:59:16Z</dcterms:created>
  <dcterms:modified xsi:type="dcterms:W3CDTF">2018-12-08T20:43:37Z</dcterms:modified>
</cp:coreProperties>
</file>